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thank the volunteers.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September storms.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Field Notes on Coastal Erosion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Survey results, autumn season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 beach lost 1.8 m</a:t>
            </a:r>
          </a:p>
          <a:p>
            <a:r>
              <a:t>Southern beaches stable</a:t>
            </a:r>
          </a:p>
          <a:p>
            <a:r>
              <a:t>Reef dissipates wave energy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Beach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Width change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Storm events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South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South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